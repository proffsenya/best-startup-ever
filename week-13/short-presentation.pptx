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44A22-507B-3789-F900-FA07F5B7B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85D07F-BA8E-48B4-F128-9696DB307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771C8-4E07-871C-B057-9FAEBF2F0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6AC2-55ED-4A67-B1BC-E0859AE0E98F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40608B-D931-5A5A-B7C6-86CFEDC0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B067D3-09F3-2711-4D9C-220A35C6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0851-82A9-466B-A619-6CB1820A2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29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72EEBB-DD98-F4C1-B2F7-2C0435133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5F8C10-D5BE-56EA-C833-C2112C997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9EBF00-FEE3-6FAB-602A-95A332B7A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6AC2-55ED-4A67-B1BC-E0859AE0E98F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310735-6F55-DC1C-9264-13B3DECA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29F0EF-FC2E-4008-75D1-F9EC060D7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0851-82A9-466B-A619-6CB1820A2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361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353B1-B389-C129-F144-BE6AF54E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1986C0-F072-E26A-92A1-1DE8329F0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F03961-DC23-97A9-0E2C-396D7785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6AC2-55ED-4A67-B1BC-E0859AE0E98F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8D1452-3F11-9EBE-8251-3F996F396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027D0F-CBF0-841B-C0A4-CD84B7A3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0851-82A9-466B-A619-6CB1820A2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1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7FDEC9-C04A-51CD-0FA6-A690DB45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CF44CF-6241-F7E7-43FC-E2CA253822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FC0FD6-421D-95E5-B09F-621E86B40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D5135B-EAFE-C46C-158C-14E1C262B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6AC2-55ED-4A67-B1BC-E0859AE0E98F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0424F4-A6B1-77CD-A11C-3E16D7EB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20A3D3-DA8E-2BF8-6D46-3DC8CECCC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0851-82A9-466B-A619-6CB1820A2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065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3AA21-9817-BE04-47C6-72947970B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7FF5F2-F8CE-3AB9-4D74-6E3DA0F22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B26FAD-03AF-5EBB-0E4C-D32863BC7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03737FE-8ECD-FF8D-F5E2-831DA72E7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6ECB3F1-9957-C0C3-DB03-ECC0DD0F6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860DC01-CEC8-821B-961E-48544D13D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6AC2-55ED-4A67-B1BC-E0859AE0E98F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8A2AE1D-26B9-BDBF-24C8-2B7D16B7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16EB3D6-0D2C-1F3B-245C-538DB16A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0851-82A9-466B-A619-6CB1820A2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28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ABED36-0994-4C6C-8B13-E2A037BC5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667D8E-37C2-6A76-C6EF-E7368A9E5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6AC2-55ED-4A67-B1BC-E0859AE0E98F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08EA79E-8E62-CA5C-E5AC-6DA29F1C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0BAE7B-8EE4-C7C0-B3D2-A4ADC2C4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0851-82A9-466B-A619-6CB1820A2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06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01FE2CF-C5F3-5796-8F72-F387C9578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6AC2-55ED-4A67-B1BC-E0859AE0E98F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017A469-DEC2-EC7F-9061-56BAE74FD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BCBA7B-E25E-6F44-9F7F-4B14FA085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0851-82A9-466B-A619-6CB1820A2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876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39A91-CB51-28AB-D460-E8A6CC58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9C8275-AD24-1CF7-97B6-A95319A75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AE99131-EFE3-3E8E-59C8-16A0E1866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942D30-AB6A-0F5A-D9F3-7E041A5E6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6AC2-55ED-4A67-B1BC-E0859AE0E98F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27B121-D474-2112-02FC-2CC74E3D9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879B06-2DF3-D40F-8AC7-9E2D21F0D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0851-82A9-466B-A619-6CB1820A2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841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D063CC-78D3-7BEE-7351-61801D109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66F1EFE-7ADA-4AC2-05FB-8D44A47A3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C347C5-CB3D-3F00-CD73-E78F139A1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EF264F-BBA9-CA35-DBBE-9601494C6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6AC2-55ED-4A67-B1BC-E0859AE0E98F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A5E6DE-15D4-A81A-C6E2-CB13E9210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580528-B88E-B79E-AADD-252A411F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0851-82A9-466B-A619-6CB1820A2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37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A49AD7-E7B0-63A9-7D2D-72E2B1393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9C6CCBA-0BC2-5959-9285-FAEE72081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62F709-7E1F-7088-A883-3E48B731F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6AC2-55ED-4A67-B1BC-E0859AE0E98F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9AFB2E-0733-6F70-CD66-2A2C553D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7C27C4-4FF5-D43C-F3AC-076A5EB24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0851-82A9-466B-A619-6CB1820A2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637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043E001-1BDE-5003-FE7C-A46E25A14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952C2-FCB2-25DE-F5C3-5DE2539BC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620632-E2F5-60A3-22E9-8054AE72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96AC2-55ED-4A67-B1BC-E0859AE0E98F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C85A05-2B35-1618-BBEB-D28C45B3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089364-2E29-9C57-4362-81AD9C6DD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10851-82A9-466B-A619-6CB1820A2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1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E105C-E691-64DB-B212-8FCBA14E3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89DC2A-0E1C-AAE5-7397-B2CE9B2C3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1117EB-109D-B688-8889-2962A626E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96AC2-55ED-4A67-B1BC-E0859AE0E98F}" type="datetimeFigureOut">
              <a:rPr lang="ru-RU" smtClean="0"/>
              <a:t>11.05.2026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E659CB-4605-ED50-637D-48F63B094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F3E174-B871-0878-CC56-F5ED6CCC4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10851-82A9-466B-A619-6CB1820A2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724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8FE5D9-4D20-FF2A-77C5-EE3D81E4C7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1167D0B-C6EB-72B0-65AD-14139CBC9F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36A8237-36C2-D210-47F8-6D9C1663C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18" y="90021"/>
            <a:ext cx="11926964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72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FF68B-C17D-C4E7-5C19-0CEBE2DA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68C2C7-789A-E450-0A1F-00AC32DC1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38AB18-06C7-C779-E4E1-38B2FE8DB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8" y="80495"/>
            <a:ext cx="11955543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999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E597D-52A9-B5B9-1D05-B8578ED85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C1A78F-109C-2710-5EBA-66C82F34E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3BEB5A-D8AE-D553-8373-ED3A070F4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4" y="85258"/>
            <a:ext cx="11907912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97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649B8-506E-D38E-9B18-BD2D9305F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F2F5DE-5EC7-BC4D-6BBB-43651A953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0BBC01-AF71-A93A-A585-E16483C35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8" y="66205"/>
            <a:ext cx="11955543" cy="67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57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06756A-2F0D-1110-C242-D5318377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D88F52-D98D-579E-3F26-B59AF97AD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FA9F0C-1DD9-562B-FEB0-373F58178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4" y="94784"/>
            <a:ext cx="11907912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193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6233B-4FD6-5F6E-7DDB-43F543D09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74F33F-D93A-EE65-BAEC-5DCD0ECE5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8D0FFF-A08F-6472-196F-98C78546D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4" y="75732"/>
            <a:ext cx="11936491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411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Широкоэкранный</PresentationFormat>
  <Paragraphs>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arsenii gorunov</dc:creator>
  <cp:lastModifiedBy>arsenii gorunov</cp:lastModifiedBy>
  <cp:revision>1</cp:revision>
  <dcterms:created xsi:type="dcterms:W3CDTF">2026-05-11T14:41:31Z</dcterms:created>
  <dcterms:modified xsi:type="dcterms:W3CDTF">2026-05-11T14:51:20Z</dcterms:modified>
</cp:coreProperties>
</file>