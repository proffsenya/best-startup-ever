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дея" id="{549fe7cf-41ee-3a4c-83ea-75c69dde54a9}">
          <p14:sldIdLst>
            <p14:sldId id="256"/>
            <p14:sldId id="257"/>
            <p14:sldId id="258"/>
          </p14:sldIdLst>
        </p14:section>
        <p14:section name="Рынок" id="{1cc1415a-cd3e-5386-69d4-56e47f89dc3a}">
          <p14:sldIdLst>
            <p14:sldId id="259"/>
            <p14:sldId id="260"/>
            <p14:sldId id="261"/>
          </p14:sldIdLst>
        </p14:section>
        <p14:section name="Стратегия" id="{b776f98c-c5df-14c6-6af2-0b3cb1f3b003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ORIEE_TITLE">
    <p:bg>
      <p:bgPr>
        <a:solidFill>
          <a:srgbClr val="12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-45720"/>
            <a:ext cx="4206240" cy="1417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ORIEE_COVER">
    <p:bg>
      <p:bgPr>
        <a:solidFill>
          <a:srgbClr val="12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-91440"/>
            <a:ext cx="6583680" cy="21945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Практическое занятие №14 · Стартап в информационных технологиях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Memoriee: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Волги до Красного моря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Закрытые фотоальбомы для компаний на круизе: пилот на речных круизах России, затем — Саудовская Аравия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3474720" cy="1417320"/>
          </a:xfrm>
          <a:prstGeom prst="roundRect">
            <a:avLst>
              <a:gd name="adj" fmla="val 11613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754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500+ тыс.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пассажиров речных круизов в России в 2024 году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4572000"/>
            <a:ext cx="3474720" cy="1417320"/>
          </a:xfrm>
          <a:prstGeom prst="roundRect">
            <a:avLst>
              <a:gd name="adj" fmla="val 11613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4754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140+ тыс.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пассажиров AROYA Cruises за первый год работы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4572000"/>
            <a:ext cx="3474720" cy="1417320"/>
          </a:xfrm>
          <a:prstGeom prst="roundRect">
            <a:avLst>
              <a:gd name="adj" fmla="val 11613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4754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1,33 млн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5303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круизных пассажиров — цель Саудовской Аравии к 2037 году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Профиль (06.2025); Cruise Arabia (07.2025, 12.2025).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Идея: один рейс — много компаний, у каждой свой альбом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Круиз — это не одно мероприятие, а площадка, где одновременно едут разные компании. Каждая покупает свой пакет Memoriee и получает закрытый альбом — чужие фото не видны.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5760720" cy="3520440"/>
          </a:xfrm>
          <a:prstGeom prst="roundRect">
            <a:avLst>
              <a:gd name="adj" fmla="val 4675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8892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948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рейс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65760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5A2E7A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2688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Семья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человека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365760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34336A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15768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Друзья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15768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человек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365760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5A2E7A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8848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Коллеги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498848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поездка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480060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34336A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Молодожёны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5212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медовый месяц с родителями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06040" y="480060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5A2E7A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15768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Юбилей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715768" y="5212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гостей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434840" y="4937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5 проданных пакетов с одного рейса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29400" y="2606040"/>
            <a:ext cx="566928" cy="5669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2747772"/>
            <a:ext cx="283464" cy="28346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360920" y="25877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Покупка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736092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 «Круиз» при бронировании или по QR-коду на борту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29400" y="3474720"/>
            <a:ext cx="566928" cy="5669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32" y="3616452"/>
            <a:ext cx="283464" cy="28346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360920" y="3456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Фото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736092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Компания загружает снимки в свой альбом; без связи — выгрузка в порту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629400" y="4343400"/>
            <a:ext cx="566928" cy="5669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4485132"/>
            <a:ext cx="283464" cy="28346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360920" y="4325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После рейса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360920" y="4617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участники скачивают альбом в полном качестве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629400" y="5212080"/>
            <a:ext cx="566928" cy="566928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132" y="5353812"/>
            <a:ext cx="283464" cy="28346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360920" y="5193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Реклама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7360920" y="5486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согласия людей лучшие кадры — в подборку для круизной компании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зарабатываем: три источника дохода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4343400"/>
          </a:xfrm>
          <a:prstGeom prst="roundRect">
            <a:avLst>
              <a:gd name="adj" fmla="val 4737"/>
            </a:avLst>
          </a:prstGeom>
          <a:solidFill>
            <a:srgbClr val="26264F"/>
          </a:solidFill>
          <a:ln w="25400">
            <a:solidFill>
              <a:srgbClr val="E600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Пакет «Круиз»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2 490 ₽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компанию на рейс; в Саудовской Аравии — 99 SAR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Платят сами пассажиры — это основной доход. Для сравнения: 10 фото от бортового фотографа стоят $104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474720" cy="4343400"/>
          </a:xfrm>
          <a:prstGeom prst="roundRect">
            <a:avLst>
              <a:gd name="adj" fmla="val 4737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259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Партнёр — круизная компания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каждого пакета, проданного через неё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709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Компания размещает Memoriee при бронировании, в каюте и в своём приложении. Нам остаётся 1 743 ₽ с пакета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737360"/>
            <a:ext cx="3474720" cy="4343400"/>
          </a:xfrm>
          <a:prstGeom prst="roundRect">
            <a:avLst>
              <a:gd name="adj" fmla="val 4737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743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Подборка для рекламы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Бартер → лицензия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 только с согласия людей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4709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Сначала обмениваем подборку «лучшее с рейса» на продвижение Memoriee, потом продаём лицензию на контент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Цены и комиссия — модель команды. Цена фотопакета: Cruise Critic, «Cruise photo package math» (Royal Caribbean).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Этап 1 (2027): пилот на речных круизах России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B3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500+ тыс.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50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пассажиров речных круизов в 2024, рост 15–20% в год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B3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158 тыс.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пассажиров у «ВодоходЪ» за навигацию 2025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B3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1 700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36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рейсов за сезон только у «ВодоходЪ»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49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Операторы: ВодоходЪ · Мостурфлот · Созвездие · Гама · Инфофлот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737360"/>
            <a:ext cx="6263640" cy="4343400"/>
          </a:xfrm>
          <a:prstGeom prst="roundRect">
            <a:avLst>
              <a:gd name="adj" fmla="val 3789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965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Зачем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659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Проверить модель без санкционных рисков; отладить офлайн-режим — на реках есть участки без связи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971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Договор с одним оператором: QR-код и предложение пакета при бронировании и на борту, 30% оператору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Потенциал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9776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1 700 рейсов × 5 компаний × 2 490 ₽ ≈ 21 млн ₽ в год с одного оператора (нам — 70%, ≈ 15 млн ₽)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4983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пилота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49834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рейсов; в среднем 5 пакетов на рейс; ≥ 30% компаний дали согласие на рекламу; договор на сезон 2028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Профиль (06.2025); итоги навигации-2025 «ВодоходЪ». «5 компаний на рейс» и цена — модель команды.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Этап 2 (2028): почему Саудовская Аравия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68096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Параметр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3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Данные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Оценка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Рост рынка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Государственная Cruise Saudi: 10 направлений к 2030, 1,33 млн пассажиров к 2037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ADE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</a:t>
                      </a:r>
                      <a:endParaRPr lang="en-US" sz="2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Цифровизация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99% населения в интернете (34,4 млн); 79% розничных платежей — безналичные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ADE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</a:t>
                      </a:r>
                      <a:endParaRPr lang="en-US" sz="2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Отношения с РФ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Безвизовый режим для туристов с 11 мая 2026; часовой пояс UTC+3, как в Москве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ADE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</a:t>
                      </a:r>
                      <a:endParaRPr lang="en-US" sz="2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Валюта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Риал привязан к доллару: 3,75 SAR = 1 USD — низкий валютный риск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ADE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</a:t>
                      </a:r>
                      <a:endParaRPr lang="en-US" sz="2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Конкуренция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Мировые круизные компании обходят регион до сезона 2027–2028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ACC1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±</a:t>
                      </a:r>
                      <a:endParaRPr lang="en-US" sz="2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Регулирование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Закон о персональных данных PDPL с 14.09.2024: нужны согласия и защита данных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8717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–</a:t>
                      </a:r>
                      <a:endParaRPr lang="en-US" sz="2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Вывод: молодой рынок, который развивает государство, а мировые игроки временно ушли — окно для небольшого нишевого сервиса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Cruise Arabia; DataReportal Digital 2026; SAMA (2025); Men Today (05.2026); Arabian Business; Clyde &amp; Co.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 в регионе: AROYA Cruises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4343400"/>
          </a:xfrm>
          <a:prstGeom prst="roundRect">
            <a:avLst>
              <a:gd name="adj" fmla="val 3789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1374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Лайнер AROYA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3 362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269748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пассажира — в 10+ раз больше, чем на речном теплоходе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30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Джидда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3630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порт приписки, рейсы 3–7 ночей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3799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140+ тыс.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4379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пассажиров за первый год (с 12.2024)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129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Семьи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51297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основная аудитория: детский клуб, молельные комнаты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AROYA — канал продаж, а не покупатель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21945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 «Круиз» предлагается при бронировании и на борту, AROYA получает 30% и подборку контента для рекламы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Окно возможностей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65760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Мировые круизные компании не вернутся в саудовские порты раньше сезона 2027–2028 — AROYA главный оператор региона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Потенциал (оценка)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51206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140 тыс. пассажиров ≈ 35 тыс. компаний по 4 человека. Пакет у 5% → ≈ 173 тыс. SAR в год; у 10% → ≈ 347 тыс. SAR (≈ $92 тыс.)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CruiseMapper; Cruise Arabia (12.2025); Arabian Business. Размер компании, доля покупок и цена 99 SAR — модель команды.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Адаптация продукта под Саудовскую Аравию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717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121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Интерфейс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606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Английский и арабский (справа налево)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Офлайн: фото выгружаются в порту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Мероприятие «Круиз» в приложении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1717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2121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Приватность и согласия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2606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компания — закрытый альбом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Отдельная галочка «разрешаю рекламу» + бонус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согласия — не в подборке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361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и продажи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48463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 «Круиз» — 99 SAR за компанию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Продажи через AROYA (30%) и турагентства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Реклама: Instagram, Snapchat, TikTok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397764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4119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4361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48463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Чат 24/7 на английском и арабском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UTC+3 — поддержка из Москвы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Местный менеджер партнёра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выхода на рынок: 2027–2029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63040" y="3474720"/>
            <a:ext cx="9144000" cy="0"/>
          </a:xfrm>
          <a:prstGeom prst="line">
            <a:avLst/>
          </a:prstGeom>
          <a:noFill/>
          <a:ln w="76200">
            <a:solidFill>
              <a:srgbClr val="3433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3108960"/>
            <a:ext cx="731520" cy="731520"/>
          </a:xfrm>
          <a:prstGeom prst="ellipse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291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B3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Май – окт 2027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690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с одним речным оператором: 20 рейсов, 100 пакетов «Круиз»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3108960"/>
            <a:ext cx="731520" cy="7315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291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889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 2027 – мар 2028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743200" y="40690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Компания в свободной экономической зоне ОАЭ, счёт, перевод на EN/AR, PDPL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291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749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0" y="40690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Партнёрство с AROYA, выставка Arabian Travel Market, местный агент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55280" y="3108960"/>
            <a:ext cx="731520" cy="7315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2918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2028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0" y="40690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на рейсах из Джидды: пакеты для компаний + первая подборка для рекламы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10241280" y="3108960"/>
            <a:ext cx="731520" cy="7315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2918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469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2029+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9601200" y="40690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Договор на сезон, турагентства, операторы Персидского залива; лицензия на контент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Юрлицо в ОАЭ — легальная схема для договоров и расчётов в долларах; команда остаётся в России.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Риски и как мы их снижаем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394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Уровень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3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Риск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Как снижаем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Высокий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Мало компаний покупают пакет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Пилот в России до выхода за рубеж; тест цены и мест размещения QR-кода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Высокий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Люди не дают согласие на рекламу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Бонус за согласие; в подборку — виды, лайнер, закаты без лиц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Высокий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Рейсы отменяют из-за ситуации в Красном море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Маршруты AROYA в Персидском заливе; параллельно — речные операторы в России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ACC1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Средний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Партнёры осторожничают из-за санкций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Прозрачная структура через компанию в ОАЭ; не скрываем, что команда из России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ACC1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Средний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Круизная компания не платит за контент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Начинаем с бартера: контент в обмен на продвижение Memoriee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ACC1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Средний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Требования PDPL к данным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9B9D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Согласия, закрытые альбомы, хранение данных в регионе, удаление по запросу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45720" marB="45720" anchor="ctr">
                    <a:lnL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4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Arabian Business; Cruise Arabia (12.2025); Clyde &amp; Co (PDPL).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Итог: Memoriee выходит на рынок Саудовской Аравии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474720" cy="2331720"/>
          </a:xfrm>
          <a:prstGeom prst="roundRect">
            <a:avLst>
              <a:gd name="adj" fmla="val 7059"/>
            </a:avLst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$92 тыс.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год с одного лайнера AROYA, если пакет «Круиз» возьмут 10% компаний на борту (≈ 347 тыс. SAR)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783080"/>
            <a:ext cx="3474720" cy="2331720"/>
          </a:xfrm>
          <a:prstGeom prst="roundRect">
            <a:avLst>
              <a:gd name="adj" fmla="val 7059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1,33 млн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8346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круизных пассажиров — цель Саудовской Аравии к 2037 году: рынок растёт вместе с нами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474720" cy="2331720"/>
          </a:xfrm>
          <a:prstGeom prst="roundRect">
            <a:avLst>
              <a:gd name="adj" fmla="val 7059"/>
            </a:avLst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UTC+3 · без визы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8346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работаем из Москвы: тот же часовой пояс, безвизовый въезд с мая 2026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выходим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00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Молодой рынок, который развивает государство; мировые круизные компании вернутся не раньше 2027–2028 — сейчас место свободно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выходим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800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Юрлицо в ОАЭ, партнёрство с AROYA (30% с пакета), арабский интерфейс, закрытые альбомы и согласия по PDPL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России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800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на речных круизах — только подготовка: доказываем спрос и отлаживаем офлайн-режим до выхода в Красное море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Cruise Arabia (07.2025, 12.2025); Men Today (05.2026). Расчёт $92 тыс.: 35 тыс. компаний × 10% × 99 SAR — модель команды.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B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Memoriee — выход на рынок круизов</dc:title>
  <dc:subject>PptxGenJS Presentation</dc:subject>
  <dc:creator>PptxGenJS</dc:creator>
  <cp:lastModifiedBy>PptxGenJS</cp:lastModifiedBy>
  <cp:revision>1</cp:revision>
  <dcterms:created xsi:type="dcterms:W3CDTF">2026-10-13T12:06:02Z</dcterms:created>
  <dcterms:modified xsi:type="dcterms:W3CDTF">2026-10-13T12:06:02Z</dcterms:modified>
</cp:coreProperties>
</file>