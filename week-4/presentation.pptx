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89EA-48C8-4FFA-AE6C-21D2F7F8755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07A16-D523-4DEA-856D-95DFDE7F47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0696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89EA-48C8-4FFA-AE6C-21D2F7F8755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07A16-D523-4DEA-856D-95DFDE7F47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420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89EA-48C8-4FFA-AE6C-21D2F7F8755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07A16-D523-4DEA-856D-95DFDE7F47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7099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89EA-48C8-4FFA-AE6C-21D2F7F8755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07A16-D523-4DEA-856D-95DFDE7F47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5233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89EA-48C8-4FFA-AE6C-21D2F7F8755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07A16-D523-4DEA-856D-95DFDE7F47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7868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89EA-48C8-4FFA-AE6C-21D2F7F8755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07A16-D523-4DEA-856D-95DFDE7F47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902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89EA-48C8-4FFA-AE6C-21D2F7F8755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07A16-D523-4DEA-856D-95DFDE7F47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5686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89EA-48C8-4FFA-AE6C-21D2F7F8755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07A16-D523-4DEA-856D-95DFDE7F47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4789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89EA-48C8-4FFA-AE6C-21D2F7F8755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07A16-D523-4DEA-856D-95DFDE7F47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2687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89EA-48C8-4FFA-AE6C-21D2F7F8755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07A16-D523-4DEA-856D-95DFDE7F47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52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89EA-48C8-4FFA-AE6C-21D2F7F8755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07A16-D523-4DEA-856D-95DFDE7F47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293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8C89EA-48C8-4FFA-AE6C-21D2F7F8755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707A16-D523-4DEA-856D-95DFDE7F47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9403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1"/>
            <a:ext cx="12192000" cy="685800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7" y="6039533"/>
            <a:ext cx="2341691" cy="667321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8526" y="5960301"/>
            <a:ext cx="533474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23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915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21" y="5788334"/>
            <a:ext cx="1625206" cy="809236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0172" y="6134582"/>
            <a:ext cx="791828" cy="696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943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1" cy="5995686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95687"/>
            <a:ext cx="12112885" cy="862313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4584" y="5995687"/>
            <a:ext cx="387416" cy="86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286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72" y="5782904"/>
            <a:ext cx="2000529" cy="918837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9489" y="6177793"/>
            <a:ext cx="802511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021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3864"/>
            <a:ext cx="12192000" cy="6858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9" y="5694972"/>
            <a:ext cx="2010056" cy="93732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2876" y="6163633"/>
            <a:ext cx="839124" cy="59598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361382" y="4230255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smtClean="0">
                <a:solidFill>
                  <a:schemeClr val="bg1"/>
                </a:solidFill>
                <a:latin typeface="Bahnschrift Condensed" panose="020B0502040204020203" pitchFamily="34" charset="0"/>
              </a:rPr>
              <a:t>71%</a:t>
            </a:r>
            <a:endParaRPr lang="ru-RU" sz="28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76291" y="3331075"/>
            <a:ext cx="688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smtClean="0">
                <a:solidFill>
                  <a:schemeClr val="bg1"/>
                </a:solidFill>
                <a:latin typeface="Bahnschrift Condensed" panose="020B0502040204020203" pitchFamily="34" charset="0"/>
              </a:rPr>
              <a:t>28%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1382" y="2807855"/>
            <a:ext cx="4924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smtClean="0">
                <a:solidFill>
                  <a:schemeClr val="bg1"/>
                </a:solidFill>
                <a:latin typeface="Bahnschrift Condensed" panose="020B0502040204020203" pitchFamily="34" charset="0"/>
              </a:rPr>
              <a:t>1%</a:t>
            </a:r>
            <a:endParaRPr lang="ru-RU" sz="28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9472" y="6511560"/>
            <a:ext cx="552527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38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97" y="5981007"/>
            <a:ext cx="2528584" cy="790183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3109" y="6161755"/>
            <a:ext cx="628892" cy="60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167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72" y="5694723"/>
            <a:ext cx="2905530" cy="1028844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470" y="5829156"/>
            <a:ext cx="2905530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088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0471"/>
            <a:ext cx="12192000" cy="700847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9" y="5905367"/>
            <a:ext cx="1867161" cy="952633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1475" y="6134100"/>
            <a:ext cx="970525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385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4560" cy="68580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88" y="5837382"/>
            <a:ext cx="1553948" cy="8821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16338"/>
            <a:ext cx="1057423" cy="76210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4577" y="5957401"/>
            <a:ext cx="1057423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1982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6</Words>
  <Application>Microsoft Office PowerPoint</Application>
  <PresentationFormat>Широкоэкранный</PresentationFormat>
  <Paragraphs>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Bahnschrift Condensed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Учетная запись Майкрософт</cp:lastModifiedBy>
  <cp:revision>6</cp:revision>
  <dcterms:created xsi:type="dcterms:W3CDTF">2026-03-03T12:18:30Z</dcterms:created>
  <dcterms:modified xsi:type="dcterms:W3CDTF">2026-03-03T14:39:59Z</dcterms:modified>
</cp:coreProperties>
</file>