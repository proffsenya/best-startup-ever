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4" r:id="rId4"/>
    <p:sldId id="265" r:id="rId5"/>
    <p:sldId id="266" r:id="rId6"/>
    <p:sldId id="269" r:id="rId7"/>
    <p:sldId id="270" r:id="rId8"/>
    <p:sldId id="271" r:id="rId9"/>
    <p:sldId id="268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5FDBB-ACE0-45A8-82EC-1FA55A2A81A8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0793-BA4B-4C5D-B9A8-7512FC3216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767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5FDBB-ACE0-45A8-82EC-1FA55A2A81A8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0793-BA4B-4C5D-B9A8-7512FC3216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2470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5FDBB-ACE0-45A8-82EC-1FA55A2A81A8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0793-BA4B-4C5D-B9A8-7512FC3216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981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5FDBB-ACE0-45A8-82EC-1FA55A2A81A8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0793-BA4B-4C5D-B9A8-7512FC3216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3282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5FDBB-ACE0-45A8-82EC-1FA55A2A81A8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0793-BA4B-4C5D-B9A8-7512FC3216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176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5FDBB-ACE0-45A8-82EC-1FA55A2A81A8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0793-BA4B-4C5D-B9A8-7512FC3216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2383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5FDBB-ACE0-45A8-82EC-1FA55A2A81A8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0793-BA4B-4C5D-B9A8-7512FC3216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8224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5FDBB-ACE0-45A8-82EC-1FA55A2A81A8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0793-BA4B-4C5D-B9A8-7512FC3216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7634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5FDBB-ACE0-45A8-82EC-1FA55A2A81A8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0793-BA4B-4C5D-B9A8-7512FC3216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796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5FDBB-ACE0-45A8-82EC-1FA55A2A81A8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0793-BA4B-4C5D-B9A8-7512FC3216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336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5FDBB-ACE0-45A8-82EC-1FA55A2A81A8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B0793-BA4B-4C5D-B9A8-7512FC3216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650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5FDBB-ACE0-45A8-82EC-1FA55A2A81A8}" type="datetimeFigureOut">
              <a:rPr lang="ru-RU" smtClean="0"/>
              <a:t>13.10.2026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B0793-BA4B-4C5D-B9A8-7512FC32168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3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7" y="6039533"/>
            <a:ext cx="2341691" cy="66732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8526" y="5960301"/>
            <a:ext cx="533474" cy="57158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2405" y="5996939"/>
            <a:ext cx="355292" cy="24915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357" y="2096393"/>
            <a:ext cx="7573432" cy="168616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6986" y="2618063"/>
            <a:ext cx="3010320" cy="8819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7785" y="5641168"/>
            <a:ext cx="3334215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03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21" y="5788334"/>
            <a:ext cx="1625206" cy="80923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0172" y="6134582"/>
            <a:ext cx="791828" cy="696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633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1" cy="599568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95687"/>
            <a:ext cx="12112885" cy="86231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4584" y="5995687"/>
            <a:ext cx="387416" cy="86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80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3864"/>
            <a:ext cx="12192000" cy="6858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9" y="5694972"/>
            <a:ext cx="2010056" cy="93732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2876" y="6163633"/>
            <a:ext cx="839124" cy="59598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61382" y="4230255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Condensed" panose="020B0502040204020203" pitchFamily="34" charset="0"/>
              </a:rPr>
              <a:t>71%</a:t>
            </a:r>
            <a:endParaRPr lang="ru-RU" sz="2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76291" y="3331075"/>
            <a:ext cx="6880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Condensed" panose="020B0502040204020203" pitchFamily="34" charset="0"/>
              </a:rPr>
              <a:t>28%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1382" y="2807855"/>
            <a:ext cx="492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  <a:latin typeface="Bahnschrift Condensed" panose="020B0502040204020203" pitchFamily="34" charset="0"/>
              </a:rPr>
              <a:t>1%</a:t>
            </a:r>
            <a:endParaRPr lang="ru-RU" sz="28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39472" y="6511560"/>
            <a:ext cx="552527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5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72" y="5694723"/>
            <a:ext cx="2905530" cy="102884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470" y="5829156"/>
            <a:ext cx="2905530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47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39137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295947"/>
            <a:ext cx="12192000" cy="56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045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8996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53052"/>
            <a:ext cx="12192000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247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52"/>
            <a:ext cx="12192000" cy="687019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4182" y="6353991"/>
            <a:ext cx="1413163" cy="401883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239" y="6353991"/>
            <a:ext cx="7421011" cy="26673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29" y="2363752"/>
            <a:ext cx="4923280" cy="97981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9549" y="6194869"/>
            <a:ext cx="4267796" cy="31824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29" y="4477563"/>
            <a:ext cx="190527" cy="371527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-32121"/>
            <a:ext cx="12192000" cy="638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356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4560" cy="68580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88" y="5837382"/>
            <a:ext cx="1553948" cy="8821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16338"/>
            <a:ext cx="1057423" cy="76210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4577" y="5957401"/>
            <a:ext cx="1057423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1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</Words>
  <Application>Microsoft Office PowerPoint</Application>
  <PresentationFormat>Широкоэкранный</PresentationFormat>
  <Paragraphs>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Bahnschrift Condensed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7</cp:revision>
  <dcterms:created xsi:type="dcterms:W3CDTF">2026-09-22T10:12:40Z</dcterms:created>
  <dcterms:modified xsi:type="dcterms:W3CDTF">2026-10-13T10:50:16Z</dcterms:modified>
</cp:coreProperties>
</file>