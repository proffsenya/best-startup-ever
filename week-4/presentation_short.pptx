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767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2470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7981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3282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2176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2383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22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763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1796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33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650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65FDBB-ACE0-45A8-82EC-1FA55A2A81A8}" type="datetimeFigureOut">
              <a:rPr lang="ru-RU" smtClean="0"/>
              <a:t>22.09.2026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2B0793-BA4B-4C5D-B9A8-7512FC32168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3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-1"/>
            <a:ext cx="12192000" cy="68580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7" y="6039533"/>
            <a:ext cx="2341691" cy="667321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8526" y="5960301"/>
            <a:ext cx="533474" cy="57158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2405" y="5996939"/>
            <a:ext cx="355292" cy="24915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57" y="2096393"/>
            <a:ext cx="7573432" cy="168616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986" y="2618063"/>
            <a:ext cx="3010320" cy="88191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7785" y="5641168"/>
            <a:ext cx="3334215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039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21" y="5788334"/>
            <a:ext cx="1625206" cy="809236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0172" y="6134582"/>
            <a:ext cx="791828" cy="696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633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1" cy="5995686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95687"/>
            <a:ext cx="12112885" cy="86231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4584" y="5995687"/>
            <a:ext cx="387416" cy="86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80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3864"/>
            <a:ext cx="12192000" cy="6858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9" y="5694972"/>
            <a:ext cx="2010056" cy="93732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2876" y="6163633"/>
            <a:ext cx="839124" cy="59598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61382" y="4230255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smtClean="0">
                <a:solidFill>
                  <a:schemeClr val="bg1"/>
                </a:solidFill>
                <a:latin typeface="Bahnschrift Condensed" panose="020B0502040204020203" pitchFamily="34" charset="0"/>
              </a:rPr>
              <a:t>71%</a:t>
            </a:r>
            <a:endParaRPr lang="ru-RU" sz="28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76291" y="3331075"/>
            <a:ext cx="6880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smtClean="0">
                <a:solidFill>
                  <a:schemeClr val="bg1"/>
                </a:solidFill>
                <a:latin typeface="Bahnschrift Condensed" panose="020B0502040204020203" pitchFamily="34" charset="0"/>
              </a:rPr>
              <a:t>28%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1382" y="2807855"/>
            <a:ext cx="4924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smtClean="0">
                <a:solidFill>
                  <a:schemeClr val="bg1"/>
                </a:solidFill>
                <a:latin typeface="Bahnschrift Condensed" panose="020B0502040204020203" pitchFamily="34" charset="0"/>
              </a:rPr>
              <a:t>1%</a:t>
            </a:r>
            <a:endParaRPr lang="ru-RU" sz="280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9472" y="6511560"/>
            <a:ext cx="552527" cy="29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652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72" y="5694723"/>
            <a:ext cx="2905530" cy="1028844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470" y="5829156"/>
            <a:ext cx="2905530" cy="1028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470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08" y="5887279"/>
            <a:ext cx="2543530" cy="51442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5" y="6095894"/>
            <a:ext cx="874474" cy="76210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5" y="5467927"/>
            <a:ext cx="3478823" cy="139007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18675" y="6162963"/>
            <a:ext cx="473325" cy="69503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2520" y="6245798"/>
            <a:ext cx="405515" cy="61220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134964"/>
            <a:ext cx="304085" cy="5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906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4560" cy="6858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8" y="5837382"/>
            <a:ext cx="1553948" cy="8821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16338"/>
            <a:ext cx="1057423" cy="76210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4577" y="5957401"/>
            <a:ext cx="1057423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018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</Words>
  <Application>Microsoft Office PowerPoint</Application>
  <PresentationFormat>Широкоэкранный</PresentationFormat>
  <Paragraphs>3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Bahnschrift Condensed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Учетная запись Майкрософт</cp:lastModifiedBy>
  <cp:revision>1</cp:revision>
  <dcterms:created xsi:type="dcterms:W3CDTF">2026-09-22T10:12:40Z</dcterms:created>
  <dcterms:modified xsi:type="dcterms:W3CDTF">2026-09-22T10:19:25Z</dcterms:modified>
</cp:coreProperties>
</file>